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fd83f626774ebc" /><Relationship Type="http://schemas.openxmlformats.org/officeDocument/2006/relationships/extended-properties" Target="/docProps/app.xml" Id="R1f02da89d95d4785" /><Relationship Type="http://schemas.openxmlformats.org/officeDocument/2006/relationships/officeDocument" Target="/ppt/presentation.xml" Id="Rf9ff851f65594b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b961f743f94ed5"/>
  </p:sldMasterIdLst>
  <p:notesMasterIdLst>
    <p:notesMasterId xmlns:r="http://schemas.openxmlformats.org/officeDocument/2006/relationships" r:id="R5745133564994f86"/>
  </p:notesMasterIdLst>
  <p:sldIdLst>
    <p:sldId xmlns:r="http://schemas.openxmlformats.org/officeDocument/2006/relationships" id="256" r:id="R23a31b314bd64ba2"/>
    <p:sldId xmlns:r="http://schemas.openxmlformats.org/officeDocument/2006/relationships" id="257" r:id="Ra1e4f1f30a8342ad"/>
    <p:sldId xmlns:r="http://schemas.openxmlformats.org/officeDocument/2006/relationships" id="258" r:id="R3b65b1caffae4c97"/>
    <p:sldId xmlns:r="http://schemas.openxmlformats.org/officeDocument/2006/relationships" id="259" r:id="R2313c5abebe04647"/>
    <p:sldId xmlns:r="http://schemas.openxmlformats.org/officeDocument/2006/relationships" id="260" r:id="R5daabef7e03143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b7ea78b1d94452" /><Relationship Type="http://schemas.openxmlformats.org/officeDocument/2006/relationships/slideMaster" Target="/ppt/slideMasters/slideMaster1.xml" Id="Ra8b961f743f94ed5" /><Relationship Type="http://schemas.openxmlformats.org/officeDocument/2006/relationships/notesMaster" Target="/ppt/notesMasters/notesMaster1.xml" Id="R5745133564994f86" /><Relationship Type="http://schemas.openxmlformats.org/officeDocument/2006/relationships/presProps" Target="/ppt/presProps.xml" Id="R6bd58919351741a5" /><Relationship Type="http://schemas.openxmlformats.org/officeDocument/2006/relationships/tableStyles" Target="/ppt/tableStyles.xml" Id="R2151d27dc36a413c" /><Relationship Type="http://schemas.openxmlformats.org/officeDocument/2006/relationships/slide" Target="/ppt/slides/slide1.xml" Id="R23a31b314bd64ba2" /><Relationship Type="http://schemas.openxmlformats.org/officeDocument/2006/relationships/slide" Target="/ppt/slides/slide2.xml" Id="Ra1e4f1f30a8342ad" /><Relationship Type="http://schemas.openxmlformats.org/officeDocument/2006/relationships/slide" Target="/ppt/slides/slide3.xml" Id="R3b65b1caffae4c97" /><Relationship Type="http://schemas.openxmlformats.org/officeDocument/2006/relationships/slide" Target="/ppt/slides/slide4.xml" Id="R2313c5abebe04647" /><Relationship Type="http://schemas.openxmlformats.org/officeDocument/2006/relationships/slide" Target="/ppt/slides/slide5.xml" Id="R5daabef7e03143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d4d755bd1543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3440db6de594b51" /><Relationship Type="http://schemas.openxmlformats.org/officeDocument/2006/relationships/notesMaster" Target="/ppt/notesMasters/notesMaster1.xml" Id="R5ef4d109ef004d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e4d2c0c82b4e27" /><Relationship Type="http://schemas.openxmlformats.org/officeDocument/2006/relationships/notesMaster" Target="/ppt/notesMasters/notesMaster1.xml" Id="Rd53420a4800a4ef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2c2177458d4f5d" /><Relationship Type="http://schemas.openxmlformats.org/officeDocument/2006/relationships/notesMaster" Target="/ppt/notesMasters/notesMaster1.xml" Id="R198c0824f15e472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e547fa16a942c3" /><Relationship Type="http://schemas.openxmlformats.org/officeDocument/2006/relationships/notesMaster" Target="/ppt/notesMasters/notesMaster1.xml" Id="Rbeb48bb066a341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ede9acce27e4df5" /><Relationship Type="http://schemas.openxmlformats.org/officeDocument/2006/relationships/notesMaster" Target="/ppt/notesMasters/notesMaster1.xml" Id="R876a54231e1a4e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[발표 멘트]</a:t>
            </a:r>
          </a:p>
          <a:p xmlns:a="http://schemas.openxmlformats.org/drawingml/2006/main">
            <a:r>
              <a:t>오늘은 선행연구를 자세히 설명하기보다 제가 현재 어떤 연구 문제를 생각하고 있고, 앞으로 어떤 방법으로 구체화하려는지 말씀드린 뒤 의견을 받고 싶습니다.</a:t>
            </a:r>
          </a:p>
          <a:p xmlns:a="http://schemas.openxmlformats.org/drawingml/2006/main">
            <a:r>
              <a:t>아직 데이터 선정, 실제 시뮬레이션과 알고리즘은 확정하거나 완료하지 않았습니다.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[발표 멘트]</a:t>
            </a:r>
          </a:p>
          <a:p xmlns:a="http://schemas.openxmlformats.org/drawingml/2006/main">
            <a:r>
              <a:t>제가 현재 정리한 문제는 공유 충전기의 대기가 실제 버스 출발 지연으로 이어질 수 있다는 점입니다.</a:t>
            </a:r>
          </a:p>
          <a:p xmlns:a="http://schemas.openxmlformats.org/drawingml/2006/main">
            <a:r>
              <a:t>그래서 충전기가 부족한 상황에서 시설을 얼마나 두고 어떤 순서로 충전하며, 지연이 생겼을 때 운행을 어떻게 조정해야 하는지를 보고 싶습니다.</a:t>
            </a:r>
          </a:p>
          <a:p xmlns:a="http://schemas.openxmlformats.org/drawingml/2006/main">
            <a:r>
              <a:t>이 문장은 아직 연구 목적 초안이므로 오늘 자문을 받고 범위를 더 좁히려고 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[발표 멘트]</a:t>
            </a:r>
          </a:p>
          <a:p xmlns:a="http://schemas.openxmlformats.org/drawingml/2006/main">
            <a:r>
              <a:t>현재 완료된 것은 연구 문제와 목적 초안을 정리한 것입니다.</a:t>
            </a:r>
          </a:p>
          <a:p xmlns:a="http://schemas.openxmlformats.org/drawingml/2006/main">
            <a:r>
              <a:t>GTFS와 BIS를 같이 쓰는 방향을 생각했지만 사용할 노선과 기간을 정하지 않았고, 실제 데이터를 넣은 시뮬레이션도 아직 없습니다.</a:t>
            </a:r>
          </a:p>
          <a:p xmlns:a="http://schemas.openxmlformats.org/drawingml/2006/main">
            <a:r>
              <a:t>충전 알고리즘도 도착 즉시 충전과 출발시간 우선 충전을 후보로 생각한 단계입니다. 기존 시험 코드는 구조 확인용이며 연구 결과로 사용한 상태가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[발표 멘트]</a:t>
            </a:r>
          </a:p>
          <a:p xmlns:a="http://schemas.openxmlformats.org/drawingml/2006/main">
            <a:r>
              <a:t>자문을 받은 뒤 첫 사이클은 노선 하나를 정하고, 버스 세 대 정도와 충전기 한 대의 작은 예제를 만드는 것으로 생각하고 있습니다.</a:t>
            </a:r>
          </a:p>
          <a:p xmlns:a="http://schemas.openxmlformats.org/drawingml/2006/main">
            <a:r>
              <a:t>도착 즉시 충전을 기준으로 둔 뒤 다음 출발시간이 가까운 버스를 먼저 충전하는 방법과 비교하려고 합니다.</a:t>
            </a:r>
          </a:p>
          <a:p xmlns:a="http://schemas.openxmlformats.org/drawingml/2006/main">
            <a:r>
              <a:t>다만 데이터 범위, 시뮬레이션의 현실성 수준과 알고리즘 시작점을 아직 정하지 못해 이 부분을 자문받고 싶습니다.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[발표 멘트]</a:t>
            </a:r>
          </a:p>
          <a:p xmlns:a="http://schemas.openxmlformats.org/drawingml/2006/main">
            <a:r>
              <a:t>현재 가장 자문받고 싶은 내용은 네 가지입니다.</a:t>
            </a:r>
          </a:p>
          <a:p xmlns:a="http://schemas.openxmlformats.org/drawingml/2006/main">
            <a:r>
              <a:t>첫째는 GTFS와 BIS를 함께 사용하는 데이터 방향, 둘째는 작은 시뮬레이션의 적절한 범위입니다.</a:t>
            </a:r>
          </a:p>
          <a:p xmlns:a="http://schemas.openxmlformats.org/drawingml/2006/main">
            <a:r>
              <a:t>셋째는 단순 충전 규칙과 최적화 중 어디서 시작할지, 넷째는 현재 생각한 연구 범위를 어떻게 좁힐지입니다.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5b907700ce4fc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af73eeda8744ee" /><Relationship Type="http://schemas.openxmlformats.org/officeDocument/2006/relationships/slideLayout" Target="/ppt/slideLayouts/slideLayout1.xml" Id="R20de749a2a2d4a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de749a2a2d4a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2e5d4e5e854a30" /><Relationship Type="http://schemas.openxmlformats.org/officeDocument/2006/relationships/notesSlide" Target="/ppt/notesSlides/notesSlide1.xml" Id="R6995e214f2e044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35d8131b6424f" /><Relationship Type="http://schemas.openxmlformats.org/officeDocument/2006/relationships/notesSlide" Target="/ppt/notesSlides/notesSlide2.xml" Id="Rfb55abc491b84a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c4ff8fb634b46" /><Relationship Type="http://schemas.openxmlformats.org/officeDocument/2006/relationships/notesSlide" Target="/ppt/notesSlides/notesSlide3.xml" Id="Rdc803b0aebb34e4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27bfe345e4e43" /><Relationship Type="http://schemas.openxmlformats.org/officeDocument/2006/relationships/notesSlide" Target="/ppt/notesSlides/notesSlide4.xml" Id="R08811a2bc86548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ce023d92ae4c43" /><Relationship Type="http://schemas.openxmlformats.org/officeDocument/2006/relationships/notesSlide" Target="/ppt/notesSlides/notesSlide5.xml" Id="Rdd00875204bc4cd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C6479C-2AEA-43A1-8432-F6AA3709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322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전기버스 충전 운영 연구계획 자문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7B4CDD-C319-4D79-A4D5-C7E7EA72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666666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66666"/>
                </a:solidFill>
                <a:latin typeface="Pretendard"/>
                <a:ea typeface="Pretendard"/>
                <a:cs typeface="Pretendard"/>
              </a:rPr>
              <a:t>현재 연구 방향과 방법론 설계를 위한 의견 요청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6A0BFC-58B0-4CAF-BA3E-53739897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654419-2168-448A-ABA3-CA67B7154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10191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87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연구 문제와 목적을 정리한 단계이며,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87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데이터·시뮬레이션·알고리즘 방향을 자문받고자 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73D411-8919-4D72-A17C-D76EB7D2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34025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66666"/>
                </a:solidFill>
                <a:latin typeface="Pretendard"/>
                <a:ea typeface="Pretendard"/>
                <a:cs typeface="Pretendard"/>
              </a:rPr>
              <a:t>김주원  ·  건국대 미팅  ·  2026.10.08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270085-FB60-482D-804B-146BDEC7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735524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3BF747-7C7A-40D0-871C-B3CA8D33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현재 정리한 연구 방향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37D60-FC3D-49D9-894B-6C0FE36D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66750"/>
            <a:ext cx="1838325" cy="3714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1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연구 문제와 목적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F81D49-24A8-490A-A532-A68E08D26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2026-10-07 개인미팅에서 정리한 연구 구상.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3C807-BD0E-4398-94C7-A01F6CDB4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A8EE87-D24A-46D6-AFA1-A891C2F7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문제 상황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B004BE-BAF4-4A8C-9968-02211302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8204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03200" indent="-127000" algn="l">
              <a:lnSpc>
                <a:spcPct val="108000"/>
              </a:lnSpc>
              <a:spcAft>
                <a:spcPts val="900"/>
              </a:spcAft>
              <a:buNone/>
              <a:defRPr sz="1425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운행 사이 충전: </a:t>
            </a:r>
            <a:r>
              <a:rPr sz="14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버스는 앞 운행을 마친 뒤 다음 출발 전까지 충전해야 함</a:t>
            </a:r>
          </a:p>
          <a:p xmlns:a="http://schemas.openxmlformats.org/drawingml/2006/main">
            <a:pPr marL="203200" indent="-127000" algn="l">
              <a:lnSpc>
                <a:spcPct val="108000"/>
              </a:lnSpc>
              <a:spcAft>
                <a:spcPts val="900"/>
              </a:spcAft>
              <a:buNone/>
              <a:defRPr sz="1425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공유 충전기: </a:t>
            </a:r>
            <a:r>
              <a:rPr sz="14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여러 버스가 같은 충전기를 사용하면 대기가 생길 수 있음</a:t>
            </a:r>
          </a:p>
          <a:p xmlns:a="http://schemas.openxmlformats.org/drawingml/2006/main">
            <a:pPr marL="203200" indent="-127000" algn="l">
              <a:lnSpc>
                <a:spcPct val="108000"/>
              </a:lnSpc>
              <a:spcAft>
                <a:spcPts val="900"/>
              </a:spcAft>
              <a:buNone/>
              <a:defRPr sz="1425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운행 영향: </a:t>
            </a:r>
            <a:r>
              <a:rPr sz="14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충전이 늦게 끝나면 다음 출발과 뒤 운행까지 밀릴 수 있음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23EC68-DAEF-4344-B4B3-9D6DBB53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147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6366C3-3774-4562-952A-38C18D2A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현재 연구 질문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3220D5-A741-48F5-99C9-58AD064C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8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충전기가 부족해 출발 지연이 생길 때, 충전시설과 충전·운영 방법을 어떻게 정해야 운행 피해를 줄일 수 있는가?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37BEF1-AA6F-45C7-A8D5-1341A36D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482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42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연구 목적 초안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17E7FF-B71C-4A8D-B21F-20937B71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210175"/>
            <a:ext cx="908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정해진 운행을 최대한 지키면서 필요한 충전시설 규모와 운영 방법을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68AF57-90CA-4086-9325-8066943A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66666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350" b="1">
                <a:solidFill>
                  <a:srgbClr val="666666"/>
                </a:solidFill>
                <a:latin typeface="Pretendard Medium"/>
                <a:ea typeface="Pretendard Medium"/>
                <a:cs typeface="Pretendard Medium"/>
              </a:rPr>
              <a:t>현재 단계: 연구 문제와 목적 초안을 정리한 상태</a:t>
            </a:r>
          </a:p>
        </p:txBody>
      </p:sp>
    </p:spTree>
    <p:extLst>
      <p:ext uri="{BB962C8B-B14F-4D97-AF65-F5344CB8AC3E}">
        <p14:creationId xmlns:p14="http://schemas.microsoft.com/office/powerpoint/2010/main" val="1486305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028D61-3A40-419F-845B-56306058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현재 진행 상태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A9C95-984D-4346-910C-768A4A61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66750"/>
            <a:ext cx="1838325" cy="3714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1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완료한 것과 남은 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F1280C-9009-48D1-9A86-85A64763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연구 결과가 아니라 현재 준비 상태를 정리한 표.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448998-BFF5-461B-B307-B603B49E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1362075"/>
          <a:ext xmlns:a="http://schemas.openxmlformats.org/drawingml/2006/main" cx="108204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62125"/>
                <a:gridCol w="1476375"/>
                <a:gridCol w="7581900"/>
              </a:tblGrid>
              <a:tr h="40005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항목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현재 상태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지금까지 한 일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</a:tr>
              <a:tr h="5429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연구 방향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초안 정리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9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충전 대기, 출발 지연과 뒤 운행의 지연을 연구 문제로 설정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데이터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미정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9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GTFS와 BIS를 같이 쓰는 방향만 검토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시뮬레이션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미구축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9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노선 1개와 소수 버스의 작은 예제 범위만 계획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알고리즘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미정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9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도착 즉시 충전과 출발시간 우선 충전을 비교 후보로 생각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결과·시사점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90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없음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9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 데이터 실험 후 해석할 예정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A75E8D-5C21-4B43-BF9E-7CC67981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현재 하고 있는 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E861B3-E823-4BD8-A1BD-7E5B94A6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03200" indent="-127000" algn="l">
              <a:lnSpc>
                <a:spcPct val="106000"/>
              </a:lnSpc>
              <a:spcAft>
                <a:spcPts val="900"/>
              </a:spcAft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연구계획 기록: </a:t>
            </a:r>
            <a:r>
              <a:rPr sz="138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DTUMOS Energy에 연구 목적과 첫 실험 범위를 문서로 정리</a:t>
            </a:r>
          </a:p>
          <a:p xmlns:a="http://schemas.openxmlformats.org/drawingml/2006/main">
            <a:pPr marL="203200" indent="-127000" algn="l">
              <a:lnSpc>
                <a:spcPct val="106000"/>
              </a:lnSpc>
              <a:spcAft>
                <a:spcPts val="900"/>
              </a:spcAft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구현 준비: </a:t>
            </a:r>
            <a:r>
              <a:rPr sz="138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기존 DTUMOS 구조와 전기버스 시험 코드를 확인하고 옮길 범위를 검토</a:t>
            </a:r>
          </a:p>
        </p:txBody>
      </p:sp>
    </p:spTree>
    <p:extLst>
      <p:ext uri="{BB962C8B-B14F-4D97-AF65-F5344CB8AC3E}">
        <p14:creationId xmlns:p14="http://schemas.microsoft.com/office/powerpoint/2010/main" val="21219347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F8D656-B189-4593-B80C-1D3CC76A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첫 번째 연구 사이클 계획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261C3C-1D0A-4762-8287-ADF45EE5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66750"/>
            <a:ext cx="1838325" cy="3714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1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앞으로 할 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F03D6B-89A0-4EBE-B8F4-D40A18DE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자문을 받은 뒤 수정할 첫 실행 계획.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61F5A3-CB30-418A-989A-DAC53CF7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D3C0F1-FE22-439D-A1D8-97828350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809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95250" tIns="66675" rIns="95250" bIns="666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1. 데이터 선정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GTFS·BIS 노선 1개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2839E2-1992-4B9D-A9C5-FDA2B6AC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571625"/>
            <a:ext cx="1809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95250" tIns="66675" rIns="95250" bIns="666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2. 기본 시뮬레이션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버스 약 3대
충전기 1대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8281E-532A-4ED6-B091-814D44A8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571625"/>
            <a:ext cx="1809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95250" tIns="66675" rIns="95250" bIns="666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3. 기준 충전 방법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도착 즉시 충전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FC06BE-97A6-43F3-A54B-059EB7BB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571625"/>
            <a:ext cx="1809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95250" tIns="66675" rIns="95250" bIns="666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4. 비교 방법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다음 출발시간 우선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055AC4-766D-42CB-827B-2574F907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571625"/>
            <a:ext cx="1809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95250" tIns="66675" rIns="95250" bIns="666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5. 결과 해석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38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3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지연이 생긴 이유와
줄어든 조건 확인</a:t>
            </a:r>
          </a:p>
        </p:txBody>
      </p:sp>
      <p:cxnSp>
        <p:nvCxnSpPr>
          <p:cNvPr id="27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495550" y="21193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66666"/>
            </a:solidFill>
            <a:prstDash val="solid"/>
            <a:tailEnd type="arrow" w="sm" len="sm"/>
          </a:ln>
        </p:spPr>
      </p:cxnSp>
      <p:cxnSp>
        <p:nvCxnSpPr>
          <p:cNvPr id="28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686300" y="21193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66666"/>
            </a:solidFill>
            <a:prstDash val="solid"/>
            <a:tailEnd type="arrow" w="sm" len="sm"/>
          </a:ln>
        </p:spPr>
      </p:cxnSp>
      <p:cxnSp>
        <p:nvCxnSpPr>
          <p:cNvPr id="29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6877050" y="21193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66666"/>
            </a:solidFill>
            <a:prstDash val="solid"/>
            <a:tailEnd type="arrow" w="sm" len="sm"/>
          </a:ln>
        </p:spPr>
      </p:cxnSp>
      <p:cxnSp>
        <p:nvCxnSpPr>
          <p:cNvPr id="30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9067800" y="21193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66666"/>
            </a:solidFill>
            <a:prstDash val="solid"/>
            <a:tailEnd type="arrow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9EFEFD-3442-4D64-8388-3D49E287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38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첫 결과에서 부족한 점을 찾으면 다시 선행연구와 연구 질문을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9B5D90-6CD2-4696-94E0-1ADCF5EF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281928-CECB-488E-836E-77904C77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2907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이 계획에서 아직 정하지 못한 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E30252-FD1B-4226-A9A0-25C0C5B1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03200" indent="-127000" algn="l">
              <a:lnSpc>
                <a:spcPct val="107000"/>
              </a:lnSpc>
              <a:spcAft>
                <a:spcPts val="900"/>
              </a:spcAft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데이터: </a:t>
            </a:r>
            <a:r>
              <a:rPr sz="138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사용할 서울시 노선, 기간, GTFS와 BIS의 연결 기준</a:t>
            </a:r>
          </a:p>
          <a:p xmlns:a="http://schemas.openxmlformats.org/drawingml/2006/main">
            <a:pPr marL="203200" indent="-127000" algn="l">
              <a:lnSpc>
                <a:spcPct val="107000"/>
              </a:lnSpc>
              <a:spcAft>
                <a:spcPts val="900"/>
              </a:spcAft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시뮬레이션: </a:t>
            </a:r>
            <a:r>
              <a:rPr sz="138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어느 수준의 실제 운행과 배터리 사용량을 반영할지</a:t>
            </a:r>
          </a:p>
          <a:p xmlns:a="http://schemas.openxmlformats.org/drawingml/2006/main">
            <a:pPr marL="203200" indent="-127000" algn="l">
              <a:lnSpc>
                <a:spcPct val="107000"/>
              </a:lnSpc>
              <a:spcAft>
                <a:spcPts val="900"/>
              </a:spcAft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알고리즘: </a:t>
            </a:r>
            <a:r>
              <a:rPr sz="138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단순 충전 규칙부터 비교할지, 처음부터 최적화 문제로 만들지</a:t>
            </a:r>
          </a:p>
          <a:p xmlns:a="http://schemas.openxmlformats.org/drawingml/2006/main">
            <a:pPr marL="203200" indent="-127000" algn="l">
              <a:lnSpc>
                <a:spcPct val="107000"/>
              </a:lnSpc>
              <a:spcAft>
                <a:spcPts val="900"/>
              </a:spcAft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연구 범위: </a:t>
            </a:r>
            <a:r>
              <a:rPr sz="1388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충전시설·충전 방법·운영 방법을 모두 볼지 우선순위를 정할지</a:t>
            </a:r>
          </a:p>
        </p:txBody>
      </p:sp>
    </p:spTree>
    <p:extLst>
      <p:ext uri="{BB962C8B-B14F-4D97-AF65-F5344CB8AC3E}">
        <p14:creationId xmlns:p14="http://schemas.microsoft.com/office/powerpoint/2010/main" val="4760885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A54F43-9C02-4860-84B4-48F85452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자문받고 싶은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F50FCF-BA23-4D27-B5A8-42237D57F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66750"/>
            <a:ext cx="1838325" cy="3714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1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6DC46-A050-49CF-A0E2-C6C8C2D0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연구 범위와 방법론을 구체화하기 위한 질문.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97CAB-6914-464D-9285-443CC8F50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649BDA-F1F0-4877-B44F-92FB17FB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514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C64AC5-7F94-4E77-A941-127C0E74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4001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데이터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A5F2AF-28DF-42FE-AD0D-CAFA8DC01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381125"/>
            <a:ext cx="8458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GTFS와 BIS를 같이 사용하는 방향이 적절한가요?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처음에는 어느 노선과 기간으로 시작하는 것이 좋을까요?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DD7AE4-09D9-43DB-8E71-F8643FC2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193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21C0A6-EEF2-44E4-863E-18A07A38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05075"/>
            <a:ext cx="514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16EE7-7AD7-41E6-911F-2051E6E82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241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시뮬레이션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92DFD9-03A6-4600-9A13-C289313A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05075"/>
            <a:ext cx="8458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노선 1개, 버스 약 3대와 충전기 1대로 시작해도 될까요?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처음부터 꼭 반영해야 할 운행 조건이 있을까요?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C03228-6E8E-455C-88FC-C66277A49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4327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B11069-404F-439B-BA01-9FDABC75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514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789994-0C9B-4D97-9943-E530EED4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알고리즘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4A98B0-F210-4B72-A3DF-CF966B00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29025"/>
            <a:ext cx="8458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도착 즉시 충전을 기준으로 단순 규칙을 먼저 비교해도 될까요?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최적화는 어느 단계에서 시작하는 것이 좋을까요?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AC98FB-B768-4FDD-BB41-27599F42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672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0A097F-E07C-4BF7-8BFD-63493852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52975"/>
            <a:ext cx="514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25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98BD58-E873-4498-BF19-1F9214CD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720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연구 범위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B6B117-EC12-4FB4-8029-B29596B5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752975"/>
            <a:ext cx="8458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충전시설·충전 방법·운영 방법을 같이 보는 범위가 너무 넓을까요?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88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첫 연구에서 가장 먼저 좁혀야 할 부분은 무엇일까요?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3046CE-B694-47D0-8472-AEA5BD6FB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오늘 자문을 반영해 연구 질문과 첫 실험 범위를 다시 수정할 예정입니다.</a:t>
            </a:r>
          </a:p>
        </p:txBody>
      </p:sp>
    </p:spTree>
    <p:extLst>
      <p:ext uri="{BB962C8B-B14F-4D97-AF65-F5344CB8AC3E}">
        <p14:creationId xmlns:p14="http://schemas.microsoft.com/office/powerpoint/2010/main" val="17845952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2026-10-07T10:22:00.2110000Z</dcterms:created>
  <dcterms:modified xsi:type="dcterms:W3CDTF">2026-10-07T10:22:00.2110000Z</dcterms:modified>
</coreProperties>
</file>