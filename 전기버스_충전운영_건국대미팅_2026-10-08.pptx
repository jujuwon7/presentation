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0186c910e84845" /><Relationship Type="http://schemas.openxmlformats.org/officeDocument/2006/relationships/extended-properties" Target="/docProps/app.xml" Id="Rd1180f16d35c42a0" /><Relationship Type="http://schemas.openxmlformats.org/officeDocument/2006/relationships/officeDocument" Target="/ppt/presentation.xml" Id="R28ee142ab27a47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183ac1410b4baa"/>
  </p:sldMasterIdLst>
  <p:notesMasterIdLst>
    <p:notesMasterId xmlns:r="http://schemas.openxmlformats.org/officeDocument/2006/relationships" r:id="R3f654eeab2f04084"/>
  </p:notesMasterIdLst>
  <p:sldIdLst>
    <p:sldId xmlns:r="http://schemas.openxmlformats.org/officeDocument/2006/relationships" id="256" r:id="R25e4f22918194be3"/>
    <p:sldId xmlns:r="http://schemas.openxmlformats.org/officeDocument/2006/relationships" id="257" r:id="R7712735403494663"/>
    <p:sldId xmlns:r="http://schemas.openxmlformats.org/officeDocument/2006/relationships" id="258" r:id="R29157e6398424a4c"/>
    <p:sldId xmlns:r="http://schemas.openxmlformats.org/officeDocument/2006/relationships" id="259" r:id="R1de5e7bb431348c3"/>
    <p:sldId xmlns:r="http://schemas.openxmlformats.org/officeDocument/2006/relationships" id="260" r:id="Rd39215b5c6284e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2ad359bf194871" /><Relationship Type="http://schemas.openxmlformats.org/officeDocument/2006/relationships/slideMaster" Target="/ppt/slideMasters/slideMaster1.xml" Id="R34183ac1410b4baa" /><Relationship Type="http://schemas.openxmlformats.org/officeDocument/2006/relationships/notesMaster" Target="/ppt/notesMasters/notesMaster1.xml" Id="R3f654eeab2f04084" /><Relationship Type="http://schemas.openxmlformats.org/officeDocument/2006/relationships/presProps" Target="/ppt/presProps.xml" Id="Rff679543fb9c43ae" /><Relationship Type="http://schemas.openxmlformats.org/officeDocument/2006/relationships/tableStyles" Target="/ppt/tableStyles.xml" Id="R5c1c66e0e3c44a29" /><Relationship Type="http://schemas.openxmlformats.org/officeDocument/2006/relationships/slide" Target="/ppt/slides/slide1.xml" Id="R25e4f22918194be3" /><Relationship Type="http://schemas.openxmlformats.org/officeDocument/2006/relationships/slide" Target="/ppt/slides/slide2.xml" Id="R7712735403494663" /><Relationship Type="http://schemas.openxmlformats.org/officeDocument/2006/relationships/slide" Target="/ppt/slides/slide3.xml" Id="R29157e6398424a4c" /><Relationship Type="http://schemas.openxmlformats.org/officeDocument/2006/relationships/slide" Target="/ppt/slides/slide4.xml" Id="R1de5e7bb431348c3" /><Relationship Type="http://schemas.openxmlformats.org/officeDocument/2006/relationships/slide" Target="/ppt/slides/slide5.xml" Id="Rd39215b5c6284e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77c99fff714c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6ff97eaa154465" /><Relationship Type="http://schemas.openxmlformats.org/officeDocument/2006/relationships/notesMaster" Target="/ppt/notesMasters/notesMaster1.xml" Id="R132549dc646548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e3c5b2fd63422a" /><Relationship Type="http://schemas.openxmlformats.org/officeDocument/2006/relationships/notesMaster" Target="/ppt/notesMasters/notesMaster1.xml" Id="Rcf0a37db0e2440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1fb42f8ffd4cf1" /><Relationship Type="http://schemas.openxmlformats.org/officeDocument/2006/relationships/notesMaster" Target="/ppt/notesMasters/notesMaster1.xml" Id="Rf9f52f2c59c249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3aff0a1b1c4104" /><Relationship Type="http://schemas.openxmlformats.org/officeDocument/2006/relationships/notesMaster" Target="/ppt/notesMasters/notesMaster1.xml" Id="R4f3070aae7bc46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ce5529c2fc49b8" /><Relationship Type="http://schemas.openxmlformats.org/officeDocument/2006/relationships/notesMaster" Target="/ppt/notesMasters/notesMaster1.xml" Id="R5c3b6c40221c43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현재 연구 결과가 나온 단계는 아니고, 개인미팅을 통해 연구 문제와 첫 구현 방향을 정리했습니다.</a:t>
            </a:r>
          </a:p>
          <a:p xmlns:a="http://schemas.openxmlformats.org/drawingml/2006/main">
            <a:r>
              <a:t>오늘은 현재까지 정리한 내용을 공유하고, 건대에서 진행 중인 DTUMOS 택시 연구와 제 전기버스 연구를 어떻게 연결하면 좋을지 같이 논의하고 싶습니다.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제가 현재 정리한 문제는 공유 충전기의 대기가 실제 버스 출발 지연으로 이어질 수 있다는 점입니다.</a:t>
            </a:r>
          </a:p>
          <a:p xmlns:a="http://schemas.openxmlformats.org/drawingml/2006/main">
            <a:r>
              <a:t>그래서 충전기가 부족한 상황에서 시설을 얼마나 두고 어떤 순서로 충전하며, 지연이 생겼을 때 운행을 어떻게 조정해야 하는지를 보고 싶습니다.</a:t>
            </a:r>
          </a:p>
          <a:p xmlns:a="http://schemas.openxmlformats.org/drawingml/2006/main">
            <a:r>
              <a:t>이 문장은 아직 연구 목적 초안이므로 오늘 자문을 받고 범위를 더 좁히려고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현재 완료된 것은 연구 문제와 목적 초안을 정리한 것입니다.</a:t>
            </a:r>
          </a:p>
          <a:p xmlns:a="http://schemas.openxmlformats.org/drawingml/2006/main">
            <a:r>
              <a:t>GTFS와 BIS를 같이 쓰는 방향을 생각했지만 사용할 노선과 기간을 정하지 않았고, 실제 데이터를 넣은 시뮬레이션도 아직 없습니다.</a:t>
            </a:r>
          </a:p>
          <a:p xmlns:a="http://schemas.openxmlformats.org/drawingml/2006/main">
            <a:r>
              <a:t>충전 알고리즘도 도착 즉시 충전과 출발시간 우선 충전을 후보로 생각한 단계입니다. 기존 시험 코드는 구조 확인용이며 연구 결과로 사용한 상태가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공동연구 논의 후 첫 사이클은 노선 하나를 정하고, 버스 세 대 정도와 충전기 한 대의 작은 예제를 만드는 것으로 생각하고 있습니다.</a:t>
            </a:r>
          </a:p>
          <a:p xmlns:a="http://schemas.openxmlformats.org/drawingml/2006/main">
            <a:r>
              <a:t>도착 즉시 충전을 기준으로 둔 뒤 다음 출발시간이 가까운 버스를 먼저 충전하는 방법과 비교하려고 합니다.</a:t>
            </a:r>
          </a:p>
          <a:p xmlns:a="http://schemas.openxmlformats.org/drawingml/2006/main">
            <a:r>
              <a:t>다만 데이터 범위, 시뮬레이션의 현실성 수준과 알고리즘 시작점을 아직 정하지 못해 이 부분을 함께 논의하고 싶습니다.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공동연구 관점에서 함께 논의하고 싶은 내용은 네 가지입니다.</a:t>
            </a:r>
          </a:p>
          <a:p xmlns:a="http://schemas.openxmlformats.org/drawingml/2006/main">
            <a:r>
              <a:t>첫째는 택시와 전기버스 연구가 함께 사용할 DTUMOS 구조와 평가지표입니다. 둘째는 두 연구의 데이터 범위를 어떻게 맞출지입니다.</a:t>
            </a:r>
          </a:p>
          <a:p xmlns:a="http://schemas.openxmlformats.org/drawingml/2006/main">
            <a:r>
              <a:t>셋째는 전기버스 시험 구현과 충전 방법 비교의 순서입니다. 넷째는 공동논문의 질문과 제 전기버스 파트의 역할입니다.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7260b0306048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e58ebe03794677" /><Relationship Type="http://schemas.openxmlformats.org/officeDocument/2006/relationships/slideLayout" Target="/ppt/slideLayouts/slideLayout1.xml" Id="R250b4037da8e4de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0b4037da8e4de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d699387d947a7" /><Relationship Type="http://schemas.openxmlformats.org/officeDocument/2006/relationships/notesSlide" Target="/ppt/notesSlides/notesSlide1.xml" Id="Rd72ba491d3a946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6a3b854934e50" /><Relationship Type="http://schemas.openxmlformats.org/officeDocument/2006/relationships/notesSlide" Target="/ppt/notesSlides/notesSlide2.xml" Id="Rb1f0db4a81d845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e6f07a8c8411b" /><Relationship Type="http://schemas.openxmlformats.org/officeDocument/2006/relationships/notesSlide" Target="/ppt/notesSlides/notesSlide3.xml" Id="R69bb15bf8cb24a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3d177d28b346a5" /><Relationship Type="http://schemas.openxmlformats.org/officeDocument/2006/relationships/notesSlide" Target="/ppt/notesSlides/notesSlide4.xml" Id="Rdce6ce51c2f741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a77dcdc464e3f" /><Relationship Type="http://schemas.openxmlformats.org/officeDocument/2006/relationships/notesSlide" Target="/ppt/notesSlides/notesSlide5.xml" Id="Rb3c2cf65617d4e1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4C635D-4597-4749-8455-99BD0CBB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322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전기버스 충전 운영 연구 진행 공유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78975-0FF4-4371-9D08-6D582F4A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66666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66666"/>
                </a:solidFill>
                <a:latin typeface="Pretendard"/>
                <a:ea typeface="Pretendard"/>
                <a:cs typeface="Pretendard"/>
              </a:rPr>
              <a:t>DTUMOS 공동연구 연계와 다음 단계 논의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44EE49-D174-4F70-89C0-7E7AE43B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523741-D25D-4D12-8969-2A9BE7D7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10191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87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연구 문제와 첫 구현 방향을 정리한 상태이며,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87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건대의 DTUMOS 연구와 연결 방법을 함께 논의하고자 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FB2729-B563-473B-998B-1E6048F1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34025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66666"/>
                </a:solidFill>
                <a:latin typeface="Pretendard"/>
                <a:ea typeface="Pretendard"/>
                <a:cs typeface="Pretendard"/>
              </a:rPr>
              <a:t>김주원  ·  건국대 미팅  ·  2026.10.08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D9EBA8-319C-45BC-8FA4-BBB3B957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166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F56E7E-C54D-4A48-85A9-31CE4044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현재 정리한 연구 방향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690433-8224-48FA-A52A-7C4B43BD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66750"/>
            <a:ext cx="1838325" cy="3714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1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연구 문제와 목적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0DB0DB-6206-4CE8-9582-F3145C2A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2026-10-07 개인미팅에서 정리한 연구 구상.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FD7397-FB30-46F2-9FEC-870AEAF5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E388CA-AD59-45A1-9B8B-51ADFBF8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문제 상황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F7708-E3D9-4936-9351-7B6279F3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8204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03200" indent="-127000" algn="l">
              <a:lnSpc>
                <a:spcPct val="108000"/>
              </a:lnSpc>
              <a:spcAft>
                <a:spcPts val="900"/>
              </a:spcAft>
              <a:buNone/>
              <a:defRPr sz="1425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운행 사이 충전: </a:t>
            </a:r>
            <a:r>
              <a:rPr sz="14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버스는 앞 운행을 마친 뒤 다음 출발 전까지 충전해야 함</a:t>
            </a:r>
          </a:p>
          <a:p xmlns:a="http://schemas.openxmlformats.org/drawingml/2006/main">
            <a:pPr marL="203200" indent="-127000" algn="l">
              <a:lnSpc>
                <a:spcPct val="108000"/>
              </a:lnSpc>
              <a:spcAft>
                <a:spcPts val="900"/>
              </a:spcAft>
              <a:buNone/>
              <a:defRPr sz="1425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공유 충전기: </a:t>
            </a:r>
            <a:r>
              <a:rPr sz="14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여러 버스가 같은 충전기를 사용하면 대기가 생길 수 있음</a:t>
            </a:r>
          </a:p>
          <a:p xmlns:a="http://schemas.openxmlformats.org/drawingml/2006/main">
            <a:pPr marL="203200" indent="-127000" algn="l">
              <a:lnSpc>
                <a:spcPct val="108000"/>
              </a:lnSpc>
              <a:spcAft>
                <a:spcPts val="900"/>
              </a:spcAft>
              <a:buNone/>
              <a:defRPr sz="1425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운행 영향: </a:t>
            </a:r>
            <a:r>
              <a:rPr sz="14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충전이 늦게 끝나면 다음 출발과 뒤 운행까지 밀릴 수 있음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945EE3-63D0-4AEC-B384-2AA23032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C7196-1C2D-486E-8900-9229240B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현재 연구 질문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B428A1-28F6-43B8-A308-05058A94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8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충전기가 부족해 출발 지연이 생길 때, 충전시설과 충전·운영 방법을 어떻게 정해야 운행 피해를 줄일 수 있는가?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0FC96B-E7C1-4D5C-B0ED-8653DDC3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482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42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연구 목적 초안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7D6D3E-E8BB-4894-A9BD-371B100C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210175"/>
            <a:ext cx="908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정해진 운행을 최대한 지키면서 필요한 충전시설 규모와 운영 방법을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140680-BBA8-4D1F-838D-18B4A521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66666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350" b="1">
                <a:solidFill>
                  <a:srgbClr val="666666"/>
                </a:solidFill>
                <a:latin typeface="Pretendard Medium"/>
                <a:ea typeface="Pretendard Medium"/>
                <a:cs typeface="Pretendard Medium"/>
              </a:rPr>
              <a:t>현재 단계: 연구 문제와 목적 초안을 정리한 상태</a:t>
            </a:r>
          </a:p>
        </p:txBody>
      </p:sp>
    </p:spTree>
    <p:extLst>
      <p:ext uri="{BB962C8B-B14F-4D97-AF65-F5344CB8AC3E}">
        <p14:creationId xmlns:p14="http://schemas.microsoft.com/office/powerpoint/2010/main" val="9269483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CDEEFB-C017-4AF3-AC45-3C7DAA1B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현재 진행 상태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58328-C25B-4B1F-9907-0AAEF8FF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66750"/>
            <a:ext cx="1838325" cy="3714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1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완료한 것과 남은 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0DEAE-5E8A-42E6-8363-C15FF437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연구 결과가 아니라 현재 준비 상태를 정리한 표.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C46AB-F596-453A-ADCB-89F018DD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1362075"/>
          <a:ext xmlns:a="http://schemas.openxmlformats.org/drawingml/2006/main" cx="108204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62125"/>
                <a:gridCol w="1476375"/>
                <a:gridCol w="7581900"/>
              </a:tblGrid>
              <a:tr h="40005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항목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현재 상태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지금까지 한 일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</a:tr>
              <a:tr h="5429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연구 방향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초안 정리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9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충전 대기, 출발 지연과 뒤 운행의 지연을 연구 문제로 설정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데이터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미정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9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GTFS와 BIS를 같이 쓰는 방향만 검토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시뮬레이션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미구축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9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노선 1개와 소수 버스의 작은 예제 범위만 계획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알고리즘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미정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9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도착 즉시 충전과 출발시간 우선 충전을 비교 후보로 생각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결과·시사점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없음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9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데이터 실험 후 해석할 예정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CCD67-85CA-413E-8674-3BAAE8B9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현재 하고 있는 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A3FC08-9A63-4AFE-8613-2776661D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03200" indent="-127000" algn="l">
              <a:lnSpc>
                <a:spcPct val="106000"/>
              </a:lnSpc>
              <a:spcAft>
                <a:spcPts val="900"/>
              </a:spcAft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연구계획 기록: </a:t>
            </a:r>
            <a:r>
              <a:rPr sz="138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DTUMOS Energy에 연구 목적과 첫 실험 범위를 문서로 정리</a:t>
            </a:r>
          </a:p>
          <a:p xmlns:a="http://schemas.openxmlformats.org/drawingml/2006/main">
            <a:pPr marL="203200" indent="-127000" algn="l">
              <a:lnSpc>
                <a:spcPct val="106000"/>
              </a:lnSpc>
              <a:spcAft>
                <a:spcPts val="900"/>
              </a:spcAft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구현 준비: </a:t>
            </a:r>
            <a:r>
              <a:rPr sz="138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기존 DTUMOS 구조와 전기버스 시험 코드를 확인하고 옮길 범위를 검토</a:t>
            </a:r>
          </a:p>
        </p:txBody>
      </p:sp>
    </p:spTree>
    <p:extLst>
      <p:ext uri="{BB962C8B-B14F-4D97-AF65-F5344CB8AC3E}">
        <p14:creationId xmlns:p14="http://schemas.microsoft.com/office/powerpoint/2010/main" val="998190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FE3469-C858-4D8A-8681-A5E7037F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첫 번째 연구 사이클 계획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8FB82-7C70-4772-BA9B-E7F9411F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66750"/>
            <a:ext cx="1838325" cy="3714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1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앞으로 할 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113F4-55BE-4AE8-85AB-806FA9D3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공동연구 논의를 반영해 수정할 첫 실행 계획.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1CAE5-F27E-455C-AD5C-872F06E1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D54C87-4903-4CDB-A4D5-451A5138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809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95250" tIns="66675" rIns="95250" bIns="666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1. 데이터 선정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GTFS·BIS 노선 1개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988378-91E2-4AD5-9A58-A46AC548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571625"/>
            <a:ext cx="1809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95250" tIns="66675" rIns="95250" bIns="666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2. 기본 시뮬레이션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버스 약 3대
충전기 1대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AF35DA-EDF1-4D31-9D3C-195B3718E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571625"/>
            <a:ext cx="1809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95250" tIns="66675" rIns="95250" bIns="666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3. 기준 충전 방법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도착 즉시 충전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F657F-DCD0-45CC-B5E3-F67A136B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571625"/>
            <a:ext cx="1809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95250" tIns="66675" rIns="95250" bIns="666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4. 비교 방법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다음 출발시간 우선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1792C-E75C-4E0D-B0B0-5277D9DE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571625"/>
            <a:ext cx="1809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95250" tIns="66675" rIns="95250" bIns="666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5. 결과 해석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지연이 생긴 이유와
줄어든 조건 확인</a:t>
            </a:r>
          </a:p>
        </p:txBody>
      </p: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495550" y="21193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66666"/>
            </a:solidFill>
            <a:prstDash val="solid"/>
            <a:tailEnd type="arrow" w="sm" len="sm"/>
          </a:ln>
        </p:spPr>
      </p:cxnSp>
      <p:cxnSp>
        <p:nvCxnSpPr>
          <p:cNvPr id="2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686300" y="21193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66666"/>
            </a:solidFill>
            <a:prstDash val="solid"/>
            <a:tailEnd type="arrow" w="sm" len="sm"/>
          </a:ln>
        </p:spPr>
      </p:cxn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877050" y="21193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66666"/>
            </a:solidFill>
            <a:prstDash val="solid"/>
            <a:tailEnd type="arrow" w="sm" len="sm"/>
          </a:ln>
        </p:spPr>
      </p:cxnSp>
      <p:cxnSp>
        <p:nvCxnSpPr>
          <p:cNvPr id="30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9067800" y="21193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66666"/>
            </a:solidFill>
            <a:prstDash val="solid"/>
            <a:tailEnd type="arrow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AA1CFA-165F-4DBD-B235-BF1D947F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38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첫 결과에서 부족한 점을 찾으면 다시 선행연구와 연구 질문을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4E447E-9E5F-4CC1-B8D2-3B096881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714933-275B-408A-9300-D8E2D53C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2907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이 계획에서 아직 정하지 못한 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FC0D42-28CB-4500-BD55-7E14EBD8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03200" indent="-127000" algn="l">
              <a:lnSpc>
                <a:spcPct val="107000"/>
              </a:lnSpc>
              <a:spcAft>
                <a:spcPts val="900"/>
              </a:spcAft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데이터: </a:t>
            </a:r>
            <a:r>
              <a:rPr sz="138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사용할 서울시 노선, 기간, GTFS와 BIS의 연결 기준</a:t>
            </a:r>
          </a:p>
          <a:p xmlns:a="http://schemas.openxmlformats.org/drawingml/2006/main">
            <a:pPr marL="203200" indent="-127000" algn="l">
              <a:lnSpc>
                <a:spcPct val="107000"/>
              </a:lnSpc>
              <a:spcAft>
                <a:spcPts val="900"/>
              </a:spcAft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시뮬레이션: </a:t>
            </a:r>
            <a:r>
              <a:rPr sz="138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어느 수준의 실제 운행과 배터리 사용량을 반영할지</a:t>
            </a:r>
          </a:p>
          <a:p xmlns:a="http://schemas.openxmlformats.org/drawingml/2006/main">
            <a:pPr marL="203200" indent="-127000" algn="l">
              <a:lnSpc>
                <a:spcPct val="107000"/>
              </a:lnSpc>
              <a:spcAft>
                <a:spcPts val="900"/>
              </a:spcAft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알고리즘: </a:t>
            </a:r>
            <a:r>
              <a:rPr sz="138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단순 충전 규칙부터 비교할지, 처음부터 최적화 문제로 만들지</a:t>
            </a:r>
          </a:p>
          <a:p xmlns:a="http://schemas.openxmlformats.org/drawingml/2006/main">
            <a:pPr marL="203200" indent="-127000" algn="l">
              <a:lnSpc>
                <a:spcPct val="107000"/>
              </a:lnSpc>
              <a:spcAft>
                <a:spcPts val="900"/>
              </a:spcAft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연구 범위: </a:t>
            </a:r>
            <a:r>
              <a:rPr sz="138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충전시설·충전 방법·운영 방법을 모두 볼지 우선순위를 정할지</a:t>
            </a:r>
          </a:p>
        </p:txBody>
      </p:sp>
    </p:spTree>
    <p:extLst>
      <p:ext uri="{BB962C8B-B14F-4D97-AF65-F5344CB8AC3E}">
        <p14:creationId xmlns:p14="http://schemas.microsoft.com/office/powerpoint/2010/main" val="8781139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165C7B-5785-4720-A5F4-B748FB1C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공동연구에서 논의할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559925-A29A-49E9-9EAE-DDE1260E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66750"/>
            <a:ext cx="1838325" cy="3714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1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공동연구 논의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CF6050-7121-4957-B21A-8A539EE3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택시와 전기버스 연구를 연결하고 첫 공동실험을 정하기 위한 질문.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178EDB-CAAE-4491-9CAB-865DFE01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9AFB46-FEA8-4D83-ABB3-1B6A19AB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514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0428A-AF19-463C-AE6C-01398FBB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4001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연구 연결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DA4EBA-78FC-4519-984A-8435223E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381125"/>
            <a:ext cx="8458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건대의 택시 시뮬레이션과 전기버스 시뮬레이션에서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함께 사용할 수 있는 DTUMOS 구조와 평가지표는 무엇일까요?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AAE93B-3ACD-4EF6-BE87-C1186F0D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193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07EF28-7663-4D28-8C86-FC878A99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05075"/>
            <a:ext cx="514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DD1E59-4890-487F-931C-BE4EC4F0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241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A6ABF9-28ED-4BFA-B3BE-510B4E97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05075"/>
            <a:ext cx="8458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두 연구가 같은 서울시 네트워크와 시간 범위를 사용해야 할까요?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전기버스는 GTFS와 BIS를 어느 범위부터 연결하면 좋을까요?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92A9A1-7D84-43B8-AD4D-76531060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4327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49CECA-1B5F-46AE-BCE9-79777CA0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514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EADCD0-F049-4C59-B2B7-406A6F6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구현과 비교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A8EC72-4EB1-4F82-A02C-EA98718D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29025"/>
            <a:ext cx="8458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전기버스 작은 예제를 먼저 만든 뒤 DTUMOS에 연결하는 순서가 적절할까요?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첫 비교는 단순 충전 규칙부터 시작해도 될까요?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FAFFF2-38C7-4BB2-A08A-1CF6061D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672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A30931-E9E1-431D-A190-1DD0308EE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52975"/>
            <a:ext cx="514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9E088C-5E34-4595-8C1A-7D404BA2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720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공동논문 범위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0F59B4-4BF0-415F-8D37-B86B26DF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752975"/>
            <a:ext cx="8458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택시와 전기버스 연구를 한 논문에서 어떤 질문으로 묶을 수 있을까요?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전기버스 부분에서 제가 먼저 맡을 결과는 무엇이 좋을까요?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CE57C0-E5F2-49E6-86E2-5E8A7260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오늘 논의를 바탕으로 공동연구의 역할과 첫 실험 범위를 정리할 예정입니다.</a:t>
            </a:r>
          </a:p>
        </p:txBody>
      </p:sp>
    </p:spTree>
    <p:extLst>
      <p:ext uri="{BB962C8B-B14F-4D97-AF65-F5344CB8AC3E}">
        <p14:creationId xmlns:p14="http://schemas.microsoft.com/office/powerpoint/2010/main" val="18511592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2026-10-07T10:38:51.3960000Z</dcterms:created>
  <dcterms:modified xsi:type="dcterms:W3CDTF">2026-10-07T10:38:51.3960000Z</dcterms:modified>
</coreProperties>
</file>